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901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Windows query gateway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Arrow IPC  ·  IOCP Networking  ·  .NET 4.6.2 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97880" y="640080"/>
            <a:ext cx="3017520" cy="109728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685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897880" y="1234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Readers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965960"/>
            <a:ext cx="3017520" cy="109728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9788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97880" y="2560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Throughput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3291840"/>
            <a:ext cx="3017520" cy="109728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897880" y="3886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Zero-thread-per-socket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06240"/>
            <a:ext cx="100584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06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4206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IOCP Edition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DuckDB Arrow Server?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high-performance TCP query gateway that: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SQL queries from .NET 4.6.2 clients over TCP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them against a DuckDB database engine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results as Apache Arrow IPC streams (binary, columnar, zero-copy)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thousands of concurrent connections via Windows IOCP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Maximises write throughput via automatic transaction batching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777240"/>
            <a:ext cx="3200400" cy="548640"/>
          </a:xfrm>
          <a:prstGeom prst="rect">
            <a:avLst/>
          </a:prstGeom>
          <a:solidFill>
            <a:srgbClr val="00BFA5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777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4.6.2 Client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1325880"/>
            <a:ext cx="54864" cy="201168"/>
          </a:xfrm>
          <a:prstGeom prst="rect">
            <a:avLst/>
          </a:prstGeom>
          <a:solidFill>
            <a:srgbClr val="5C7A9E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527048"/>
            <a:ext cx="3200400" cy="548640"/>
          </a:xfrm>
          <a:prstGeom prst="rect">
            <a:avLst/>
          </a:prstGeom>
          <a:solidFill>
            <a:srgbClr val="5C7A9E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527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:17777 (Arrow IPC)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2075688"/>
            <a:ext cx="54864" cy="201168"/>
          </a:xfrm>
          <a:prstGeom prst="rect">
            <a:avLst/>
          </a:prstGeom>
          <a:solidFill>
            <a:srgbClr val="5C7A9E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276856"/>
            <a:ext cx="3200400" cy="548640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2768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IOCP Server (C++11)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825496"/>
            <a:ext cx="54864" cy="201168"/>
          </a:xfrm>
          <a:prstGeom prst="rect">
            <a:avLst/>
          </a:prstGeom>
          <a:solidFill>
            <a:srgbClr val="5C7A9E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3026664"/>
            <a:ext cx="3200400" cy="548640"/>
          </a:xfrm>
          <a:prstGeom prst="rect">
            <a:avLst/>
          </a:prstGeom>
          <a:solidFill>
            <a:srgbClr val="F5A623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0266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Engine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3575304"/>
            <a:ext cx="54864" cy="201168"/>
          </a:xfrm>
          <a:prstGeom prst="rect">
            <a:avLst/>
          </a:prstGeom>
          <a:solidFill>
            <a:srgbClr val="5C7A9E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776472"/>
            <a:ext cx="3200400" cy="548640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7764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File / Memory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Protocol — Length-Prefixed Binary Frames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FRAME (Client → Server)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640080" cy="713232"/>
          </a:xfrm>
          <a:prstGeom prst="rect">
            <a:avLst/>
          </a:prstGeom>
          <a:solidFill>
            <a:srgbClr val="F5A623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6400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640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0x01=Query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0x02=Ping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05840" y="1115568"/>
            <a:ext cx="1280160" cy="713232"/>
          </a:xfrm>
          <a:prstGeom prst="rect">
            <a:avLst/>
          </a:prstGeom>
          <a:solidFill>
            <a:srgbClr val="00BFA5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11556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 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(N)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157276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0..16 MiB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0" y="1115568"/>
            <a:ext cx="1828800" cy="713232"/>
          </a:xfrm>
          <a:prstGeom prst="rect">
            <a:avLst/>
          </a:prstGeom>
          <a:solidFill>
            <a:srgbClr val="2E4A7A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bytes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UTF-8 SQL payload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1865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5-byte header 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FRAME (Server → Client)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15568"/>
            <a:ext cx="640080" cy="713232"/>
          </a:xfrm>
          <a:prstGeom prst="rect">
            <a:avLst/>
          </a:prstGeom>
          <a:solidFill>
            <a:srgbClr val="4CAF50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115568"/>
            <a:ext cx="6400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1572768"/>
            <a:ext cx="640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0x00=OK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0x01=Err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115568"/>
            <a:ext cx="1280160" cy="713232"/>
          </a:xfrm>
          <a:prstGeom prst="rect">
            <a:avLst/>
          </a:prstGeom>
          <a:solidFill>
            <a:srgbClr val="00BFA5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115568"/>
            <a:ext cx="1280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 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(N)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1115568"/>
            <a:ext cx="2194560" cy="713232"/>
          </a:xfrm>
          <a:prstGeom prst="rect">
            <a:avLst/>
          </a:prstGeom>
          <a:solidFill>
            <a:srgbClr val="2E4A7A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115568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bytes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IPC stream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7512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Schema+Batches+EOS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267712"/>
            <a:ext cx="8412480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2677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IPC Stream:  [ Schema Message ]  →  [ RecordBatch × N ]  →  [ EOS Marker 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724912"/>
            <a:ext cx="4206240" cy="64008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724912"/>
            <a:ext cx="54864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770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reads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" y="3035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 Data Interface — no serialisation until IPC write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4206240" cy="64008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74720"/>
            <a:ext cx="54864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connections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" y="37856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queries per TCP connection; PING/PONG liveness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724912"/>
            <a:ext cx="4206240" cy="64008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724912"/>
            <a:ext cx="54864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770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MAX_QUERY_LEN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608" y="3035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MiB hard cap; server sends STATUS_ERROR if exceeded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474720"/>
            <a:ext cx="4206240" cy="64008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474720"/>
            <a:ext cx="54864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TCP_NODELAY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64608" y="37856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every accepted socket to prevent Nagle delay on headers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IOCP — How Thousands of Connections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Thread-per-Socket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152144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connections = 100 threads = ~800 MB stack memory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creation takes 50–100 µs — burst traffic stalls acceptor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scheduler thrashes when all threads wake simultaneously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IOCP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42062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worker pool (nCPU×2+4) services all connections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AcceptEx pre-posts 64 async accepts — zero acceptor stall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WSARecv / WSASend post completions to IOCP queue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GetQueuedCompletionStatus blocks workers until I/O is done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schedules CPU-count workers at a time — no thrashing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777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Per-Connection State Machine (ConnCtx)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207008"/>
            <a:ext cx="3383280" cy="566928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1243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READ_HDR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517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WSARecv 5 bytes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58584" y="1773936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048256"/>
            <a:ext cx="3383280" cy="566928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2084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READ_BODY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3591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WSARecv N bytes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58584" y="2615184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889504"/>
            <a:ext cx="3383280" cy="566928"/>
          </a:xfrm>
          <a:prstGeom prst="rect">
            <a:avLst/>
          </a:prstGeom>
          <a:solidFill>
            <a:srgbClr val="00BFA5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pool or WriteSerializer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58584" y="345643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730752"/>
            <a:ext cx="3383280" cy="566928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0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4041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WSASend response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4434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loop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Scaling — Parallel Connection Pool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103120" cy="1463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777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nCPU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connections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777240"/>
            <a:ext cx="2926080" cy="987552"/>
          </a:xfrm>
          <a:prstGeom prst="rect">
            <a:avLst/>
          </a:prstGeom>
          <a:solidFill>
            <a:srgbClr val="1A2B4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777240"/>
            <a:ext cx="54864" cy="9875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850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Parallel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62656" y="11247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executes concurrent SELECTs on separate connections without locking. Reads never block each other.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777240"/>
            <a:ext cx="2926080" cy="987552"/>
          </a:xfrm>
          <a:prstGeom prst="rect">
            <a:avLst/>
          </a:prstGeom>
          <a:solidFill>
            <a:srgbClr val="1A2B4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777240"/>
            <a:ext cx="54864" cy="9875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850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 Handle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63056" y="11247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ConnectionPool::borrow() returns a Handle that auto-releases on scope exit. No leaks under exceptions.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1965960"/>
            <a:ext cx="2926080" cy="987552"/>
          </a:xfrm>
          <a:prstGeom prst="rect">
            <a:avLst/>
          </a:prstGeom>
          <a:solidFill>
            <a:srgbClr val="1A2B4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34640" y="1965960"/>
            <a:ext cx="54864" cy="9875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62656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Timeout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62656" y="23134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borrow() uses std::chrono deadline (10 s default). Throws a diagnostic error rather than deadlocking.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965960"/>
            <a:ext cx="2926080" cy="987552"/>
          </a:xfrm>
          <a:prstGeom prst="rect">
            <a:avLst/>
          </a:prstGeom>
          <a:solidFill>
            <a:srgbClr val="1A2B4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965960"/>
            <a:ext cx="54864" cy="9875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 Data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63056" y="23134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duckdb_query_arrow_array() exports ArrowSchema+ArrowArray structs imported zero-copy by Arrow C++.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path:  duckdb_query_arrow()  →  ImportSchema / ImportRecordBatch  →  IPC StreamWriter  →  BufferOutputStream  →  TCP wire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readers vs connection pool: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2468880" cy="548640"/>
          </a:xfrm>
          <a:prstGeom prst="rect">
            <a:avLst/>
          </a:prstGeom>
          <a:solidFill>
            <a:srgbClr val="EEF3FC"/>
          </a:solidFill>
          <a:ln w="3810">
            <a:solidFill>
              <a:srgbClr val="5C7A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49040"/>
            <a:ext cx="1234440" cy="548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8-core: 16 conns  ≈ 600+ readers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749040"/>
            <a:ext cx="2468880" cy="548640"/>
          </a:xfrm>
          <a:prstGeom prst="rect">
            <a:avLst/>
          </a:prstGeom>
          <a:solidFill>
            <a:srgbClr val="EEF3FC"/>
          </a:solidFill>
          <a:ln w="3810">
            <a:solidFill>
              <a:srgbClr val="5C7A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749040"/>
            <a:ext cx="1234440" cy="548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16-core: 32 conns  ≈ 1000+ readers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749040"/>
            <a:ext cx="2468880" cy="548640"/>
          </a:xfrm>
          <a:prstGeom prst="rect">
            <a:avLst/>
          </a:prstGeom>
          <a:solidFill>
            <a:srgbClr val="EEF3FC"/>
          </a:solidFill>
          <a:ln w="3810">
            <a:solidFill>
              <a:srgbClr val="5C7A9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749040"/>
            <a:ext cx="1234440" cy="5486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32-core: 64 conns  ≈ 2000+ readers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Scaling — Transaction Batching (WriteSerializer)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DuckDB Constraint: Exactly ONE writer at a time (engine-level MVCC design). More write threads ≠ more write throughput.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Batch many writes into one transaction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502920" cy="347472"/>
          </a:xfrm>
          <a:prstGeom prst="rect">
            <a:avLst/>
          </a:prstGeom>
          <a:solidFill>
            <a:srgbClr val="2E4A7A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1920240"/>
            <a:ext cx="502920" cy="347472"/>
          </a:xfrm>
          <a:prstGeom prst="rect">
            <a:avLst/>
          </a:prstGeom>
          <a:solidFill>
            <a:srgbClr val="2E4A7A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1920240"/>
            <a:ext cx="502920" cy="347472"/>
          </a:xfrm>
          <a:prstGeom prst="rect">
            <a:avLst/>
          </a:prstGeom>
          <a:solidFill>
            <a:srgbClr val="2E4A7A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1920240"/>
            <a:ext cx="502920" cy="347472"/>
          </a:xfrm>
          <a:prstGeom prst="rect">
            <a:avLst/>
          </a:prstGeom>
          <a:solidFill>
            <a:srgbClr val="2E4A7A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1920240"/>
            <a:ext cx="502920" cy="347472"/>
          </a:xfrm>
          <a:prstGeom prst="rect">
            <a:avLst/>
          </a:prstGeom>
          <a:solidFill>
            <a:srgbClr val="2E4A7A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queue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32918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 ·  W1  ·  W2  ·  W3  ·  W4  ·  W5  ·  COMMIT  (5 ms batch window)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26334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 individual transactions →  5× fsync overhead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4069080" cy="68580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246120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Batching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575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 grouped into one BEGIN…COMMIT per batch window or batch-max items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4069080" cy="68580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246120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Isolation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91456" y="3575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DROP / ALTER detected and executed individually outside transactions (DuckDB requirement)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041648"/>
            <a:ext cx="4069080" cy="68580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041648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" y="43708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batched statement fails, batch rolls back and each is retried individually — every caller gets accurate result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041648"/>
            <a:ext cx="4069080" cy="68580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4041648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Submit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91456" y="43708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submit_async() returns std::future&lt;WriteResult&gt; — callers can overlap query prep with write execution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Routing — Automatic Read / Write Classification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sql_classifier.hpp  inspects the first keyword of each statement (zero allocation) and routes accordingly: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393192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Parallel Reader Pool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(standalone)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 (read)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39319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WriteSerializer (batched)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/ DROP / ALTER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/ IMPORT / EXPORT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 / DETACH / VACUUM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1325880"/>
            <a:ext cx="182880" cy="2926080"/>
          </a:xfrm>
          <a:prstGeom prst="rect">
            <a:avLst/>
          </a:prstGeom>
          <a:solidFill>
            <a:srgbClr val="8AA3B8"/>
          </a:solidFill>
          <a:ln w="12700">
            <a:solidFill>
              <a:srgbClr val="8A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407408"/>
            <a:ext cx="8412480" cy="29260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4074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(routing a SELECT to the writer) are safe but slower. False negatives (INSERT to reader) will fail at DuckDB level.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4.6.2 Client Library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4160520" cy="100584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04672"/>
            <a:ext cx="54864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877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DasConnection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122529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TCP connection. Sync Query() + async QueryAsync(), SemaphoreSlim lock prevents concurrent use on same socket.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160520" cy="100584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54864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877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DasConnectionPool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2896" y="122529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pool of DasConnections. Borrow()/BorrowAsync() return a Lease; Dispose() returns to pool.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93392"/>
            <a:ext cx="4160520" cy="100584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93392"/>
            <a:ext cx="54864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066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ArrowStreamReader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24140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Apache.Arrow IPC reader. ReadAll() → List&lt;RecordBatch&gt;. ToRows() → List&lt;Dictionary&lt;string,object&gt;&gt;.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93392"/>
            <a:ext cx="4160520" cy="100584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93392"/>
            <a:ext cx="54864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2066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DataTableExtensions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82896" y="241401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reader.ToDataTable() converts Arrow batches to ADO.NET DataTable for DataGridView, RDLC, Crystal Reports.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82112"/>
            <a:ext cx="4160520" cy="100584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182112"/>
            <a:ext cx="54864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255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" y="36027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constants mirroring protocol.hpp. BuildRequestHeader(), WriteLE32(), ReadLE32() helpers.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182112"/>
            <a:ext cx="4160520" cy="1005840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182112"/>
            <a:ext cx="54864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3255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DasException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82896" y="36027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exception for STATUS_ERROR responses and connection failures.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07408"/>
            <a:ext cx="8412480" cy="347472"/>
          </a:xfrm>
          <a:prstGeom prst="rect">
            <a:avLst/>
          </a:prstGeom>
          <a:solidFill>
            <a:srgbClr val="CCF2ED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407408"/>
            <a:ext cx="84124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Apache.Arrow 14.0.1 targets netstandard2.0 — fully compatible with .NET 4.6.2 via Microsoft's netstandard compatibility shim. No extra config.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Deploying on Windows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(3 commands)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297680" cy="260604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4297680" cy="26060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deps via vcpkg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vcpkg install arrow:x64-windows duckdb:x64-windows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Configure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-B build -A x64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-DCMAKE_TOOLCHAIN_FILE=C:\vcpkg\...\vcpkg.cmake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-DCMAKE_BUILD_TYPE=Release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Build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--build build --config Release -j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Tune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234440"/>
            <a:ext cx="384048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234440"/>
            <a:ext cx="14630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(auto)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234440"/>
            <a:ext cx="23774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duckdb_arrow_server.exe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1801368"/>
            <a:ext cx="3840480" cy="47548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801368"/>
            <a:ext cx="14630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readers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801368"/>
            <a:ext cx="23774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--readers 16 --threads 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368296"/>
            <a:ext cx="384048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368296"/>
            <a:ext cx="14630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r/w mixed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368296"/>
            <a:ext cx="23774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--readers 32 --threads 40 --batch-ms 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935224"/>
            <a:ext cx="3840480" cy="47548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935224"/>
            <a:ext cx="14630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write ETL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935224"/>
            <a:ext cx="23774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--batch-ms 50 --batch-max 2000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3502152"/>
            <a:ext cx="384048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502152"/>
            <a:ext cx="14630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502152"/>
            <a:ext cx="23774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--db C:\data\analytics.duckdb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Firewall: </a:t>
            </a:r>
            <a:pPr indent="0" marL="0">
              <a:buNone/>
            </a:pPr>
            <a:r>
              <a:rPr lang="en-US" sz="9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netsh advfirewall firewall add rule name='DAS' dir=in action=allow protocol=TCP localport=17777   </a:t>
            </a:r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Service: </a:t>
            </a:r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nssm install DuckArrowSvc  (see BUILD_WINDOWS.md)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Summary &amp; Ceilings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01168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777240"/>
            <a:ext cx="13716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777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--readers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777240"/>
            <a:ext cx="14173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777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--threads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777240"/>
            <a:ext cx="14173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777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--batch-ms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777240"/>
            <a:ext cx="14630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777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ceiling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188720"/>
            <a:ext cx="201168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188720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read-only clients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1188720"/>
            <a:ext cx="137160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1188720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nCPU×2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141732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188720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nCPU×2+4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66360" y="1188720"/>
            <a:ext cx="141732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188720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1188720"/>
            <a:ext cx="146304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~1000+ readers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1664208"/>
            <a:ext cx="201168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664208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mixed r/w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377440" y="1664208"/>
            <a:ext cx="137160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1664208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nCPU×2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49040" y="1664208"/>
            <a:ext cx="141732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1664208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nCPU×2+8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66360" y="1664208"/>
            <a:ext cx="141732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1664208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0" y="1664208"/>
            <a:ext cx="146304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r + batched 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2139696"/>
            <a:ext cx="201168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139696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write throughput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377440" y="2139696"/>
            <a:ext cx="137160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2139696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749040" y="2139696"/>
            <a:ext cx="141732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2139696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nCPU+4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66360" y="2139696"/>
            <a:ext cx="141732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2139696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583680" y="2139696"/>
            <a:ext cx="146304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100k+ inserts/sec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2615184"/>
            <a:ext cx="201168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2615184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read throughput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377440" y="2615184"/>
            <a:ext cx="137160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0" y="2615184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nCPU×3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749040" y="2615184"/>
            <a:ext cx="141732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2615184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nCPU×3+4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166360" y="2615184"/>
            <a:ext cx="141732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2615184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583680" y="2615184"/>
            <a:ext cx="1463040" cy="475488"/>
          </a:xfrm>
          <a:prstGeom prst="rect">
            <a:avLst/>
          </a:prstGeom>
          <a:solidFill>
            <a:srgbClr val="243860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Millions rows/sec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65760" y="3090672"/>
            <a:ext cx="201168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090672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bulk load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377440" y="3090672"/>
            <a:ext cx="137160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0" y="3090672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749040" y="3090672"/>
            <a:ext cx="141732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49040" y="3090672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nCPU+4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166360" y="3090672"/>
            <a:ext cx="141732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66360" y="3090672"/>
            <a:ext cx="1417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583680" y="3090672"/>
            <a:ext cx="1463040" cy="475488"/>
          </a:xfrm>
          <a:prstGeom prst="rect">
            <a:avLst/>
          </a:prstGeom>
          <a:solidFill>
            <a:srgbClr val="2E4A7A"/>
          </a:solidFill>
          <a:ln w="3810">
            <a:solidFill>
              <a:srgbClr val="1A2B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83680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2000 DML/txn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65760" y="3694176"/>
            <a:ext cx="8412480" cy="1024128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65760" y="3694176"/>
            <a:ext cx="54864" cy="31089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ceiling: 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691640" y="3703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DuckDB query execution time × pool size. Adding cores and connections scales linearly until DuckDB CPU-saturates.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" y="4032504"/>
            <a:ext cx="54864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ceiling: 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691640" y="40416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DuckDB writer, always. Throughput = (statements per txn) / (commit latency). 50ms window + 2000 max = ~40k writes/sec on NVMe.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65760" y="4370832"/>
            <a:ext cx="54864" cy="310896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4379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ceiling: 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691640" y="43799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IOCP: thousands of idle connections cost ~few KB each (ConnCtx heap). Practical limit = OS ephemeral port range (~60k).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 — STATUS_STREAM (v3.1.0)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solidFill>
            <a:srgbClr val="CC4444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buffering a 10 GB analytical result in RAM before sending a single byte causes OOM on the server.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3931920" cy="347472"/>
          </a:xfrm>
          <a:prstGeom prst="rect">
            <a:avLst/>
          </a:prstGeom>
          <a:solidFill>
            <a:srgbClr val="2E4A7A"/>
          </a:solidFill>
          <a:ln w="12700">
            <a:solidFill>
              <a:srgbClr val="5C7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STATUS_OK (buffered — results ≤ --stream-mb)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640080" cy="594360"/>
          </a:xfrm>
          <a:prstGeom prst="rect">
            <a:avLst/>
          </a:prstGeom>
          <a:solidFill>
            <a:srgbClr val="F5A623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64008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05840" y="1828800"/>
            <a:ext cx="1005840" cy="594360"/>
          </a:xfrm>
          <a:prstGeom prst="rect">
            <a:avLst/>
          </a:prstGeom>
          <a:solidFill>
            <a:srgbClr val="00BFA5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828800"/>
            <a:ext cx="1005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 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0" y="1828800"/>
            <a:ext cx="2286000" cy="594360"/>
          </a:xfrm>
          <a:prstGeom prst="rect">
            <a:avLst/>
          </a:prstGeom>
          <a:solidFill>
            <a:srgbClr val="2E4A7A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Arrow IPC stream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(schema + all batches + EOS)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20624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STATUS_STREAM (chunked — results &gt; --stream-mb)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640080" cy="594360"/>
          </a:xfrm>
          <a:prstGeom prst="rect">
            <a:avLst/>
          </a:prstGeom>
          <a:solidFill>
            <a:srgbClr val="00BFA5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828800"/>
            <a:ext cx="6400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03520" y="1828800"/>
            <a:ext cx="731520" cy="594360"/>
          </a:xfrm>
          <a:prstGeom prst="rect">
            <a:avLst/>
          </a:prstGeom>
          <a:solidFill>
            <a:srgbClr val="2E4A7A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828800"/>
            <a:ext cx="7315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(unused)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1828800"/>
            <a:ext cx="731520" cy="594360"/>
          </a:xfrm>
          <a:prstGeom prst="rect">
            <a:avLst/>
          </a:prstGeom>
          <a:solidFill>
            <a:srgbClr val="F5A623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828800"/>
            <a:ext cx="7315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chunk_len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66560" y="1828800"/>
            <a:ext cx="1005840" cy="594360"/>
          </a:xfrm>
          <a:prstGeom prst="rect">
            <a:avLst/>
          </a:prstGeom>
          <a:solidFill>
            <a:srgbClr val="2E4A7A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828800"/>
            <a:ext cx="10058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IPC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72400" y="1828800"/>
            <a:ext cx="457200" cy="594360"/>
          </a:xfrm>
          <a:prstGeom prst="rect">
            <a:avLst/>
          </a:prstGeom>
          <a:solidFill>
            <a:srgbClr val="243860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828800"/>
            <a:ext cx="4572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229600" y="1828800"/>
            <a:ext cx="640080" cy="594360"/>
          </a:xfrm>
          <a:prstGeom prst="rect">
            <a:avLst/>
          </a:prstGeom>
          <a:solidFill>
            <a:srgbClr val="E05252"/>
          </a:solidFill>
          <a:ln w="1016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1828800"/>
            <a:ext cx="6400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 EOS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633472"/>
            <a:ext cx="4069080" cy="749808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633472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routing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buffers first (low latency for small results). If buffer exceeds --stream-mb, re-executes via streaming path (--stream-mb 0 = always stream).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633472"/>
            <a:ext cx="4069080" cy="749808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633472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RAM: O(batch)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execute_to_arrow_stream() calls a ChunkCallback once per Arrow IPC message. RAM bounded by largest single record batch (~64 MB typical).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502152"/>
            <a:ext cx="4069080" cy="749808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502152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transparent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" y="3849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DasConnection.ReadChunkedStream() reassembles chunks. ArrowStreamReader receives unchanged IPC bytes — zero changes to caller code.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502152"/>
            <a:ext cx="4069080" cy="749808"/>
          </a:xfrm>
          <a:prstGeom prst="rect">
            <a:avLst/>
          </a:prstGeom>
          <a:solidFill>
            <a:srgbClr val="2E4A7A"/>
          </a:solidFill>
          <a:ln w="6350">
            <a:solidFill>
              <a:srgbClr val="2438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502152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575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mid-stream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3849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streaming fails mid-result, the connection is closed. Client receives a DasException. Partial Arrow batches are not forwarded.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v3.1.0 — VS 2017 Compatibility, Stats &amp; Auto-Reconnect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Arrow Server  ·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1605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77240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2017 (MSVC 19.10–19.16)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207008"/>
            <a:ext cx="4160520" cy="384048"/>
          </a:xfrm>
          <a:prstGeom prst="rect">
            <a:avLst/>
          </a:prstGeom>
          <a:solidFill>
            <a:srgbClr val="243860"/>
          </a:solidFill>
          <a:ln w="3810">
            <a:solidFill>
              <a:srgbClr val="243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07008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 NSDMI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207008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{ false } rejected by MSVC 19.1x in non-static data members. All 6 atomics now initialised in constructor body via .store().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645920"/>
            <a:ext cx="4160520" cy="384048"/>
          </a:xfrm>
          <a:prstGeom prst="rect">
            <a:avLst/>
          </a:prstGeom>
          <a:solidFill>
            <a:srgbClr val="1A2B4A"/>
          </a:solidFill>
          <a:ln w="3810">
            <a:solidFill>
              <a:srgbClr val="2438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45920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/std:c++14 explicit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1645920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CMAKE_CXX_STANDARD raised 11→14. Arrow headers require C++14; _MSVC_LANG not set correctly without this flag.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4160520" cy="384048"/>
          </a:xfrm>
          <a:prstGeom prst="rect">
            <a:avLst/>
          </a:prstGeom>
          <a:solidFill>
            <a:srgbClr val="243860"/>
          </a:solidFill>
          <a:ln w="3810">
            <a:solidFill>
              <a:srgbClr val="2438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84832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_WIN32_WINNT=0x0601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from Windows 10 (0x0A00) to Windows 7. IOCP / AcceptEx available since Vista — no Win10 APIs used.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523744"/>
            <a:ext cx="4160520" cy="384048"/>
          </a:xfrm>
          <a:prstGeom prst="rect">
            <a:avLst/>
          </a:prstGeom>
          <a:solidFill>
            <a:srgbClr val="1A2B4A"/>
          </a:solidFill>
          <a:ln w="3810">
            <a:solidFill>
              <a:srgbClr val="2438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23744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/W3 + /wd4100/4127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2523744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Arrow/DuckDB header noise at /W4. Two harmless MSVC warnings suppressed.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777240"/>
            <a:ext cx="39776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777240"/>
            <a:ext cx="54864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7772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MSG_STATS (0x03) — Server Metrics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207008"/>
            <a:ext cx="3977640" cy="694944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07008"/>
            <a:ext cx="3977640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conn.GetStats()  →  JSON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{"connections_total":42,"queries_read":1000,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"queries_write":22,"queries_streamed":3,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"errors":0,"reader_pool_size":16,"port":17777}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011680"/>
            <a:ext cx="39776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011680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011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423160"/>
            <a:ext cx="397764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MaxReconnectAttempts</a:t>
            </a:r>
            <a:pPr indent="0" marL="0">
              <a:buNone/>
            </a:pPr>
            <a:r>
              <a:rPr lang="en-US" sz="10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(default 3): retries on IOException.
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ReconnectDelayMs</a:t>
            </a:r>
            <a:pPr indent="0" marL="0">
              <a:buNone/>
            </a:pPr>
            <a:r>
              <a:rPr lang="en-US" sz="10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(default 500ms): back-off per attempt.
</a:t>
            </a:r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DasException</a:t>
            </a:r>
            <a:pPr indent="0" marL="0">
              <a:buNone/>
            </a:pPr>
            <a:r>
              <a:rPr lang="en-US" sz="100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(server errors): never retried.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218688"/>
            <a:ext cx="39776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218688"/>
            <a:ext cx="54864" cy="3474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218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 — Arrow EOS double-free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3611880"/>
            <a:ext cx="397764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next_batch() in duck_bridge.cpp called duckdb_destroy_arrow_array after ImportRecordBatch had already taken ownership (arr-&gt;release), causing a double-free on empty results. Fixed: null-check arr-&gt;release before early return.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041648"/>
            <a:ext cx="4160520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41648"/>
            <a:ext cx="3977640" cy="7132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2017  </a:t>
            </a:r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 "Visual Studio 15 2017" -A x64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2019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 "Visual Studio 16 2019" -A x64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2022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 "Visual Studio 17 2022" -A x64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DuckDB Arrow Server — Architecture &amp; Design</dc:title>
  <dc:subject>PptxGenJS Presentation</dc:subject>
  <dc:creator>DAS Design Docs</dc:creator>
  <cp:lastModifiedBy>DAS Design Docs</cp:lastModifiedBy>
  <cp:revision>1</cp:revision>
  <dcterms:created xsi:type="dcterms:W3CDTF">2026-03-25T13:17:47Z</dcterms:created>
  <dcterms:modified xsi:type="dcterms:W3CDTF">2026-03-25T13:17:47Z</dcterms:modified>
</cp:coreProperties>
</file>